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wav" ContentType="audio/wav"/>
  <Override PartName="/ppt/commentAuthors.xml" ContentType="application/vnd.openxmlformats-officedocument.presentationml.commentAuthors+xml"/>
  <Override PartName="/ppt/comments/advanced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purl.oclc.org/ooxml/officeDocument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purl.oclc.org/ooxml/officeDocument/relationships/extended-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purl.oclc.org/ooxml/presentationml/main">
  <p:cmAuthor id="7" name="Fictional Reviewer" initials="FR" lastIdx="1" clrIdx="0"/>
</p:cmAuthorLst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Relationships xmlns="http://schemas.openxmlformats.org/package/2006/relationships"><Relationship Id="rId1" Type="http://purl.oclc.org/ooxml/officeDocument/relationships/slideMaster" Target="slideMasters/slideMaster1.xml" /><Relationship Id="rId2" Type="http://purl.oclc.org/ooxml/officeDocument/relationships/printerSettings" Target="printerSettings/printerSettings1.bin" /><Relationship Id="rId3" Type="http://purl.oclc.org/ooxml/officeDocument/relationships/presProps" Target="presProps.xml" /><Relationship Id="rId4" Type="http://purl.oclc.org/ooxml/officeDocument/relationships/viewProps" Target="viewProps.xml" /><Relationship Id="rId5" Type="http://purl.oclc.org/ooxml/officeDocument/relationships/theme" Target="theme/theme1.xml" /><Relationship Id="rId6" Type="http://purl.oclc.org/ooxml/officeDocument/relationships/tableStyles" Target="tableStyles.xml" /><Relationship Id="rId7" Type="http://purl.oclc.org/ooxml/officeDocument/relationships/slide" Target="slides/slide1.xml" /><Relationship Id="rId8" Type="http://purl.oclc.org/ooxml/officeDocument/relationships/notesMaster" Target="notesMasters/notesMaster1.xml" /><Relationship Id="rId9" Type="http://purl.oclc.org/ooxml/officeDocument/relationships/slide" Target="slides/slide2.xml" /><Relationship Id="advancedAuthors" Type="http://purl.oclc.org/ooxml/officeDocument/relationships/commentAuthors" Target="commentAuthors.xml" /></Relationships>
</file>

<file path=ppt/charts/_rels/chart1.xml.rels><?xml version='1.0' encoding='UTF-8' standalone='yes'?>
<Relationships xmlns="http://schemas.openxmlformats.org/package/2006/relationships"><Relationship Id="rId1" Type="http://purl.oclc.org/ooxml/officeDocument/relationships/package" Target="../embeddings/Microsoft_Excel_Sheet1.xlsx"/></Relationships>
</file>

<file path=ppt/charts/chart1.xml><?xml version="1.0" encoding="utf-8"?>
<c:chartSpace xmlns:c="http://schemas.openxmlformats.org/drawingml/2006/chart" xmlns:a="http://purl.oclc.org/ooxml/drawingml/main" xmlns:r="http://purl.oclc.org/ooxml/officeDocument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advanced.xml><?xml version="1.0" encoding="utf-8"?>
<p:cmLst xmlns:p="http://purl.oclc.org/ooxml/presentationml/main">
  <p:cm authorId="7" dt="2026-01-01T12:00:00Z" idx="1">
    <p:pos x="800" y="400"/>
    <p:text>Fictional review comment</p:text>
  </p:cm>
</p:cmLst>
</file>

<file path=ppt/notesMasters/_rels/notesMaster1.xml.rels><?xml version='1.0' encoding='UTF-8' standalone='yes'?>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p="http://purl.oclc.org/ooxml/presentationml/main" xmlns:r="http://purl.oclc.org/ooxml/officeDocument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1.xml"/></Relationships>
</file>

<file path=ppt/notesSlides/notesSlide1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架空データの提案資料です。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.xml"/><Relationship Id="rId2" Type="http://purl.oclc.org/ooxml/officeDocument/relationships/slideLayout" Target="../slideLayouts/slideLayout2.xml"/><Relationship Id="rId3" Type="http://purl.oclc.org/ooxml/officeDocument/relationships/slideLayout" Target="../slideLayouts/slideLayout3.xml"/><Relationship Id="rId4" Type="http://purl.oclc.org/ooxml/officeDocument/relationships/slideLayout" Target="../slideLayouts/slideLayout4.xml"/><Relationship Id="rId5" Type="http://purl.oclc.org/ooxml/officeDocument/relationships/slideLayout" Target="../slideLayouts/slideLayout5.xml"/><Relationship Id="rId6" Type="http://purl.oclc.org/ooxml/officeDocument/relationships/slideLayout" Target="../slideLayouts/slideLayout6.xml"/><Relationship Id="rId7" Type="http://purl.oclc.org/ooxml/officeDocument/relationships/slideLayout" Target="../slideLayouts/slideLayout7.xml"/><Relationship Id="rId8" Type="http://purl.oclc.org/ooxml/officeDocument/relationships/slideLayout" Target="../slideLayouts/slideLayout8.xml"/><Relationship Id="rId9" Type="http://purl.oclc.org/ooxml/officeDocument/relationships/slideLayout" Target="../slideLayouts/slideLayout9.xml"/><Relationship Id="rId10" Type="http://purl.oclc.org/ooxml/officeDocument/relationships/slideLayout" Target="../slideLayouts/slideLayout10.xml"/><Relationship Id="rId11" Type="http://purl.oclc.org/ooxml/officeDocument/relationships/slideLayout" Target="../slideLayouts/slideLayout11.xml"/><Relationship Id="rId12" Type="http://purl.oclc.org/ooxml/officeDocument/relationships/theme" Target="../theme/theme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purl.oclc.org/ooxml/officeDocument/relationships/slideLayout" Target="../slideLayouts/slideLayout7.xml" /><Relationship Id="rId2" Type="http://purl.oclc.org/ooxml/officeDocument/relationships/hyperlink" Target="https://example.com/strategy" TargetMode="External" /><Relationship Id="rId3" Type="http://purl.oclc.org/ooxml/officeDocument/relationships/notesSlide" Target="../notesSlides/notesSlide1.xml" /><Relationship Id="rId4" Type="http://purl.oclc.org/ooxml/officeDocument/relationships/image" Target="../media/image1.png" /><Relationship Id="advancedImage" Type="http://purl.oclc.org/ooxml/officeDocument/relationships/image" Target="../media/image1.png" /><Relationship Id="advancedAudio" Type="http://purl.oclc.org/ooxml/officeDocument/relationships/audio" Target="../media/fictional.wav" /><Relationship Id="advancedMedia" Type="http://schemas.microsoft.com/office/2007/relationships/media" Target="../media/fictional.wav" /><Relationship Id="advancedComments" Type="http://purl.oclc.org/ooxml/officeDocument/relationships/comments" Target="../comments/advanced.xml" /></Relationships>
</file>

<file path=ppt/slides/_rels/slide2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7.xml"/><Relationship Id="rId2" Type="http://purl.oclc.org/ooxml/officeDocument/relationships/chart" Target="../charts/chart1.xml"/></Relationships>
</file>

<file path=ppt/slides/slide1.xml><?xml version="1.0" encoding="utf-8"?>
<p:sld xmlns:a="http://purl.oclc.org/ooxml/drawingml/main" xmlns:p="http://purl.oclc.org/ooxml/presentationml/main" xmlns:p14="http://schemas.microsoft.com/office/powerpoint/2010/main" xmlns:r="http://purl.oclc.org/ooxml/officeDocument/relationships">
  <p:cSld name="Strategy"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売上成長</a:t>
            </a:r>
            <a:r>
              <a:rPr i="1"/>
              <a:t> — 90 days</a:t>
            </a:r>
          </a:p>
        </p:txBody>
      </p:sp>
      <p:sp>
        <p:nvSpPr>
          <p:cNvPr id="3" name="Initiative"/>
          <p:cNvSpPr/>
          <p:nvPr/>
        </p:nvSpPr>
        <p:spPr>
          <a:xfrm>
            <a:off x="762000" y="1778000"/>
            <a:ext cx="3048000" cy="12700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顧客集中</a:t>
            </a:r>
          </a:p>
        </p:txBody>
      </p:sp>
      <p:cxnSp>
        <p:nvCxnSpPr>
          <p:cNvPr id="4" name="Flow"/>
          <p:cNvCxnSpPr/>
          <p:nvPr/>
        </p:nvCxnSpPr>
        <p:spPr>
          <a:xfrm>
            <a:off x="4064000" y="2413000"/>
            <a:ext cx="1270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"/>
          <p:cNvSpPr/>
          <p:nvPr/>
        </p:nvSpPr>
        <p:spPr>
          <a:xfrm>
            <a:off x="5588000" y="1778000"/>
            <a:ext cx="2540000" cy="1270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実行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81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施策</a:t>
                      </a:r>
                    </a:p>
                  </a:txBody>
                  <a:tcPr>
                    <a:lnL w="12700">
                      <a:solidFill>
                        <a:srgbClr val="AA0000"/>
                      </a:solidFill>
                    </a:lnL>
                    <a:lnR w="25400">
                      <a:solidFill>
                        <a:srgbClr val="00AA00"/>
                      </a:solidFill>
                    </a:lnR>
                    <a:lnT>
                      <a:noFill/>
                    </a:lnT>
                    <a:lnB w="38100">
                      <a:solidFill>
                        <a:srgbClr val="0000AA"/>
                      </a:solidFill>
                    </a:lnB>
                    <a:lnTlToBr w="12700">
                      <a:solidFill>
                        <a:srgbClr val="123456"/>
                      </a:solidFill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作業時間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ture.png"/>
          <p:cNvPicPr>
            <a:picLocks noChangeAspect="1"/>
          </p:cNvPicPr>
          <p:nvPr/>
        </p:nvPicPr>
        <p:blipFill>
          <a:blip r:embed="rId4"/>
          <a:srcRect l="12500" r="25000" t="-1000" b="0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  <p:grpSp>
        <p:nvGrpSpPr>
          <p:cNvPr id="8" name="Grouped"/>
          <p:cNvGrpSpPr/>
          <p:nvPr/>
        </p:nvGrpSpPr>
        <p:grpSpPr>
          <a:xfrm>
            <a:off x="9144000" y="2286000"/>
            <a:ext cx="1651000" cy="762000"/>
            <a:chOff x="9144000" y="2286000"/>
            <a:chExt cx="1651000" cy="762000"/>
          </a:xfrm>
        </p:grpSpPr>
        <p:sp>
          <p:nvSpPr>
            <p:cNvPr id="9" name="Rectangle 8"/>
            <p:cNvSpPr/>
            <p:nvPr/>
          </p:nvSpPr>
          <p:spPr>
            <a:xfrm>
              <a:off x="9144000" y="2286000"/>
              <a:ext cx="762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033000" y="2286000"/>
              <a:ext cx="762000" cy="762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  <p:sp>
        <p:nvSpPr>
          <p:cNvPr id="30" name="Gradient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gradFill flip="x" rotWithShape="0">
            <a:gsLst>
              <a:gs pos="0">
                <a:srgbClr val="FF0000"/>
              </a:gs>
              <a:gs pos="75000">
                <a:schemeClr val="accent2">
                  <a:alpha val="40000"/>
                </a:schemeClr>
              </a:gs>
              <a:gs pos="100000">
                <a:srgbClr val="0000FF"/>
              </a:gs>
            </a:gsLst>
            <a:lin ang="5400000" scaled="0"/>
          </a:gradFill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Fictional advanced reading</a:t>
            </a:r>
            <a:r>
              <a:rPr i="1"/>
              <a:t> — 90 days</a:t>
            </a:r>
          </a:p>
        </p:txBody>
      </p:sp>
      <p:sp>
        <p:nvSpPr>
          <p:cNvPr id="31" name="Pattern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pattFill prst="pct20">
            <a:fgClr>
              <a:srgbClr val="123456"/>
            </a:fgClr>
            <a:bgClr>
              <a:schemeClr val="bg1"/>
            </a:bgClr>
          </a:pattFill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Fictional advanced reading</a:t>
            </a:r>
            <a:r>
              <a:rPr i="1"/>
              <a:t> — 90 days</a:t>
            </a:r>
          </a:p>
        </p:txBody>
      </p:sp>
      <p:sp>
        <p:nvSpPr>
          <p:cNvPr id="32" name="Picture fill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blipFill rotWithShape="1">
            <a:blip r:embed="advancedImage"/>
            <a:srcRect l="10000" t="-5000"/>
            <a:tile tx="12700" ty="25400" sx="50000" sy="50000"/>
          </a:blipFill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Fictional advanced reading</a:t>
            </a:r>
            <a:r>
              <a:rPr i="1"/>
              <a:t> — 90 days</a:t>
            </a:r>
          </a:p>
        </p:txBody>
      </p:sp>
      <p:pic>
        <p:nvPicPr>
          <p:cNvPr id="33" name="Audio poster" descr="fixture.png"/>
          <p:cNvPicPr>
            <a:picLocks noChangeAspect="1"/>
          </p:cNvPicPr>
          <p:nvPr>
            <a:audioFile r:link="advancedAudio"/>
            <p:extLst>
              <p:ext uri="{DAA4B4D4-AFB6-43A0-9A19-197AE4BC9838}">
                <p14:media r:embed="advancedMedia"/>
              </p:ext>
            </p:extLst>
          </p:nvPr>
        </p:nvPicPr>
        <p:blipFill>
          <a:blip r:embed="rId4"/>
          <a:srcRect l="12500" r="25000" t="-1000" b="0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slow" advClick="0" advTm="1500" p14:dur="750">
    <p:push dir="l"/>
  </p:transition>
  <p:timing>
    <p:tnLst>
      <p:par>
        <p:cTn id="1" dur="indefinite" restart="never" nodeType="tmRoot">
          <p:childTnLst>
            <p:par>
              <p:cTn id="2" dur="500" fill="hold">
                <p:stCondLst>
                  <p:cond evt="onClick" delay="0"/>
                </p:stCondLst>
                <p:childTnLst>
                  <p:animEffect transition="in" filter="fade">
                    <p:cBhvr>
                      <p:cTn id="3" dur="500"/>
                      <p:tgtEl>
                        <p:spTgt spid="30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</p:par>
    </p:tnLst>
    <p:bldLst>
      <p:bldP spid="30" grpId="0" build="p"/>
    </p:bldLst>
  </p:timing>
</p:sld>
</file>

<file path=ppt/slides/slide2.xml><?xml version="1.0" encoding="utf-8"?>
<p:sld xmlns:a="http://purl.oclc.org/ooxml/drawingml/main" xmlns:p="http://purl.oclc.org/ooxml/presentationml/main" xmlns:r="http://purl.oclc.org/ooxml/officeDocument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