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架空データの提案資料です。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strategy" TargetMode="Externa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trategy"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売上成長</a:t>
            </a:r>
            <a:r>
              <a:rPr i="1"/>
              <a:t> — 90 days</a:t>
            </a:r>
          </a:p>
        </p:txBody>
      </p:sp>
      <p:sp>
        <p:nvSpPr>
          <p:cNvPr id="3" name="Initiative"/>
          <p:cNvSpPr/>
          <p:nvPr/>
        </p:nvSpPr>
        <p:spPr>
          <a:xfrm>
            <a:off x="762000" y="1778000"/>
            <a:ext cx="3048000" cy="12700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顧客集中</a:t>
            </a:r>
          </a:p>
        </p:txBody>
      </p:sp>
      <p:cxnSp>
        <p:nvCxnSpPr>
          <p:cNvPr id="4" name="Flow"/>
          <p:cNvCxnSpPr/>
          <p:nvPr/>
        </p:nvCxnSpPr>
        <p:spPr>
          <a:xfrm>
            <a:off x="4064000" y="2413000"/>
            <a:ext cx="12700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"/>
          <p:cNvSpPr/>
          <p:nvPr/>
        </p:nvSpPr>
        <p:spPr>
          <a:xfrm>
            <a:off x="5588000" y="1778000"/>
            <a:ext cx="2540000" cy="12700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実行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810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r>
                        <a:t>施策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標準化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作業時間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  <p:grpSp>
        <p:nvGrpSpPr>
          <p:cNvPr id="8" name="Grouped"/>
          <p:cNvGrpSpPr/>
          <p:nvPr/>
        </p:nvGrpSpPr>
        <p:grpSpPr>
          <a:xfrm>
            <a:off x="9144000" y="2286000"/>
            <a:ext cx="1651000" cy="762000"/>
            <a:chOff x="9144000" y="2286000"/>
            <a:chExt cx="1651000" cy="762000"/>
          </a:xfrm>
        </p:grpSpPr>
        <p:sp>
          <p:nvSpPr>
            <p:cNvPr id="9" name="Rectangle 8"/>
            <p:cNvSpPr/>
            <p:nvPr/>
          </p:nvSpPr>
          <p:spPr>
            <a:xfrm>
              <a:off x="9144000" y="2286000"/>
              <a:ext cx="762000" cy="76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033000" y="2286000"/>
              <a:ext cx="762000" cy="762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