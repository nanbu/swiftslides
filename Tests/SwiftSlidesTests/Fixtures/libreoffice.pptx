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gapWidth val="150"/>
        <c:overlap val="0"/>
        <c:axId val="5430478"/>
        <c:axId val="75835279"/>
      </c:barChart>
      <c:catAx>
        <c:axId val="5430478"/>
        <c:scaling>
          <c:orientation val="minMax"/>
        </c:scaling>
        <c:delete val="0"/>
        <c:axPos val="b"/>
        <c:numFmt formatCode="[$-411]yyyy/mm/dd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5835279"/>
        <c:crosses val="autoZero"/>
        <c:auto val="1"/>
        <c:lblAlgn val="ctr"/>
        <c:lblOffset val="100"/>
        <c:noMultiLvlLbl val="0"/>
      </c:catAx>
      <c:valAx>
        <c:axId val="7583527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43047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buNone/>
            </a:pPr>
            <a:fld id="{68D704CA-DF07-4900-AE46-3F9D455CD9F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架空データの提案資料です。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4842D5-7F42-490E-B548-ECB067ECCE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AAB67F-A378-4913-8402-13806B895C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087F0A-417E-42B8-9D34-1EFA142A3F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F41B31-4DE5-4804-A1F0-DDD9E56EE0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EC6BA3-D967-41FF-94D3-0862FBE057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C9ECE1-582B-41A7-8B59-1783B90591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5B3A00-6FC3-4A3A-9363-03EB9594D9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CCCA5D-1BD4-41F9-8D8A-79FC87CB4D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1D471E-7405-4F87-91FE-EB3A889765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3BF63A-8797-48D2-98A3-5E0122472E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DF0009-3FB2-4DB2-8686-A20C3A6A7B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inux Libertine G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0A16E2-FD57-4EA9-B4CD-E0E76FAA5A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Linux Libertine G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example.com/strategy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Headline"/>
          <p:cNvSpPr/>
          <p:nvPr/>
        </p:nvSpPr>
        <p:spPr>
          <a:xfrm>
            <a:off x="507960" y="380880"/>
            <a:ext cx="7619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1520" tIns="7632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ja-JP" sz="2800" b="1" u="sng" strike="noStrike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売上成長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90 days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Initiative"/>
          <p:cNvSpPr/>
          <p:nvPr/>
        </p:nvSpPr>
        <p:spPr>
          <a:xfrm>
            <a:off x="762120" y="1778040"/>
            <a:ext cx="3047760" cy="126972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25400">
            <a:solidFill>
              <a:srgbClr val="2364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顧客集中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Flow"/>
          <p:cNvCxnSpPr/>
          <p:nvPr/>
        </p:nvCxnSpPr>
        <p:spPr>
          <a:xfrm>
            <a:off x="4063680" y="2412720"/>
            <a:ext cx="1270440" cy="360"/>
          </a:xfrm>
          <a:prstGeom prst="straightConnector1">
            <a:avLst/>
          </a:prstGeom>
          <a:ln>
            <a:solidFill>
              <a:srgbClr val="4F81BD"/>
            </a:solidFill>
            <a:round/>
          </a:ln>
        </p:spPr>
      </p:cxnSp>
      <p:sp>
        <p:nvSpPr>
          <p:cNvPr id="70" name="Decision"/>
          <p:cNvSpPr/>
          <p:nvPr/>
        </p:nvSpPr>
        <p:spPr>
          <a:xfrm>
            <a:off x="5587920" y="1778040"/>
            <a:ext cx="2539800" cy="126972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ja-JP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実行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e 5"/>
          <p:cNvGraphicFramePr/>
          <p:nvPr/>
        </p:nvGraphicFramePr>
        <p:xfrm>
          <a:off x="762120" y="3809880"/>
          <a:ext cx="7619760" cy="1269720"/>
        </p:xfrm>
        <a:graphic>
          <a:graphicData uri="http://schemas.openxmlformats.org/drawingml/2006/table">
            <a:tbl>
              <a:tblPr/>
              <a:tblGrid>
                <a:gridCol w="2539800"/>
                <a:gridCol w="2539800"/>
                <a:gridCol w="2539800"/>
              </a:tblGrid>
              <a:tr h="63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施策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担当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指標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34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標準化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運用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ja-JP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作業時間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2" name="Picture 6" descr="fixture.png"/>
          <p:cNvPicPr/>
          <p:nvPr/>
        </p:nvPicPr>
        <p:blipFill>
          <a:blip r:embed="rId2"/>
          <a:stretch/>
        </p:blipFill>
        <p:spPr>
          <a:xfrm>
            <a:off x="10159920" y="3808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" name="Grouped"/>
          <p:cNvGrpSpPr/>
          <p:nvPr/>
        </p:nvGrpSpPr>
        <p:grpSpPr>
          <a:xfrm>
            <a:off x="9144000" y="2286000"/>
            <a:ext cx="1650600" cy="761760"/>
            <a:chOff x="9144000" y="2286000"/>
            <a:chExt cx="1650600" cy="761760"/>
          </a:xfrm>
        </p:grpSpPr>
        <p:sp>
          <p:nvSpPr>
            <p:cNvPr id="74" name="Rectangle 8"/>
            <p:cNvSpPr/>
            <p:nvPr/>
          </p:nvSpPr>
          <p:spPr>
            <a:xfrm>
              <a:off x="9144000" y="2286000"/>
              <a:ext cx="761760" cy="761760"/>
            </a:xfrm>
            <a:prstGeom prst="rect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>
              <a:solidFill>
                <a:srgbClr val="4A7EBB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A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Oval 9"/>
            <p:cNvSpPr/>
            <p:nvPr/>
          </p:nvSpPr>
          <p:spPr>
            <a:xfrm>
              <a:off x="10032840" y="2286000"/>
              <a:ext cx="761760" cy="761760"/>
            </a:xfrm>
            <a:prstGeom prst="ellipse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>
              <a:solidFill>
                <a:srgbClr val="4A7EBB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Chart 1"/>
          <p:cNvGraphicFramePr/>
          <p:nvPr/>
        </p:nvGraphicFramePr>
        <p:xfrm>
          <a:off x="762120" y="1015920"/>
          <a:ext cx="6349680" cy="380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7" name="TextBox 2"/>
          <p:cNvSpPr/>
          <p:nvPr/>
        </p:nvSpPr>
        <p:spPr>
          <a:xfrm>
            <a:off x="762120" y="380880"/>
            <a:ext cx="6349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LibreOfficeDev/26.8.0.0.alpha0$MacOSX_AARCH64 LibreOffice_project/2c87e51eeaa2b413ff4ae097b2705eea1995d8e5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Fixture Author</dc:creator>
  <dc:description>generated using python-pptx</dc:description>
  <dc:language>ja-JP</dc:language>
  <cp:lastModifiedBy>Fixture Generator</cp:lastModifiedBy>
  <dcterms:modified xsi:type="dcterms:W3CDTF">2013-01-27T09:15:58Z</dcterms:modified>
  <cp:revision>1</cp:revision>
  <dc:subject/>
  <dc:title>Fictional strategy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