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harts/chart1.xml" ContentType="application/vnd.openxmlformats-officedocument.drawingml.chart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charts/readingChart.xml" ContentType="application/vnd.openxmlformats-officedocument.drawingml.chart+xml"/>
  <ns0:Override PartName="/ppt/diagrams/data.xml" ContentType="application/vnd.openxmlformats-officedocument.drawingml.diagramData+xml"/>
  <ns0:Override PartName="/ppt/diagrams/layout.xml" ContentType="application/vnd.openxmlformats-officedocument.drawingml.diagramLayout+xml"/>
  <ns0:Override PartName="/ppt/diagrams/style.xml" ContentType="application/vnd.openxmlformats-officedocument.drawingml.diagramStyle+xml"/>
  <ns0:Override PartName="/ppt/diagrams/colors.xml" ContentType="application/vnd.openxmlformats-officedocument.drawingml.diagramColors+xml"/>
  <ns0:Override PartName="/ppt/diagrams/drawing.xml" ContentType="application/vnd.openxmlformats-officedocument.drawingml.diagramDrawing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firstSlideNum="7">
  <ns0:sldMasterIdLst>
    <ns0:sldMasterId id="2147483648" ns1:id="rId1"/>
  </ns0:sldMasterIdLst>
  <ns0:sldIdLst>
    <ns0:sldId id="256" ns1:id="rId7"/>
    <ns0:sldId id="257" ns1:id="rId9"/>
  </ns0:sldIdLst>
  <ns0:sldSz cx="12191999" cy="6858000" type="screen4x3"/>
  <ns0:notesSz cx="6858000" cy="9144000"/>
  <ns0:defaultTextStyle>
    <ns2:lvl1pPr>
      <ns2:lnSpc>
        <ns2:spcPct val="120000"/>
      </ns2:lnSpc>
    </ns2:lvl1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readingChart.xml><?xml version="1.0" encoding="utf-8"?>
<c:chartSpace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>
  <c:chart>
    <c:title>
      <c:tx>
        <c:rich>
          <a:p>
            <a:r>
              <a:t>Fictional chart</a:t>
            </a:r>
          </a:p>
        </c:rich>
      </c:tx>
    </c:title>
    <c:plotArea>
      <c:barChart>
        <c:barDir val="col"/>
        <c:grouping val="clustered"/>
        <c:ser>
          <c:idx val="2"/>
          <c:order val="0"/>
          <c:tx>
            <c:v>Series</c:v>
          </c:tx>
          <c:cat>
            <c:strRef>
              <c:f>Sheet1!A1:A3</c:f>
              <c:strCache>
                <c:ptCount val="3"/>
                <c:pt idx="0">
                  <c:v>A</c:v>
                </c:pt>
                <c:pt idx="2">
                  <c:v>C</c:v>
                </c:pt>
              </c:strCache>
            </c:strRef>
          </c:cat>
          <c:val>
            <c:numLit>
              <c:formatCode>0.0</c:formatCode>
              <c:ptCount val="3"/>
              <c:pt idx="0">
                <c:v>10</c:v>
              </c:pt>
              <c:pt idx="2">
                <c:v>30</c:v>
              </c:pt>
            </c:numLit>
          </c:val>
        </c:ser>
        <c:axId val="100"/>
        <c:axId val="200"/>
      </c:barChart>
      <c:catAx>
        <c:axId val="100"/>
        <c:crossAx val="200"/>
        <c:axPos val="b"/>
      </c:catAx>
      <c:valAx>
        <c:axId val="200"/>
        <c:scaling>
          <c:min val="0"/>
          <c:max val="40"/>
        </c:scaling>
        <c:crossAx val="100"/>
        <c:axPos val="l"/>
        <c:numFmt formatCode="0.0"/>
      </c:valAx>
    </c:plotArea>
    <c:legend>
      <c:legendPos val="r"/>
    </c:legend>
  </c:chart>
</c:chartSpace>
</file>

<file path=ppt/diagrams/_rels/data.xml.rels><Relationships xmlns="http://schemas.openxmlformats.org/package/2006/relationships"><Relationship Id="drawing" Type="http://schemas.microsoft.com/office/2007/relationships/diagramDrawing" Target="drawing.xml"/></Relationships>
</file>

<file path=ppt/diagrams/colors.xml><?xml version="1.0" encoding="utf-8"?>
<d:colorsDef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/>
</file>

<file path=ppt/diagrams/data.xml><?xml version="1.0" encoding="utf-8"?>
<d:dataModel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>
  <d:ptLst>
    <d:pt modelId="node">
      <d:t>
        <a:p>
          <a:r>
            <a:t>Data text</a:t>
          </a:r>
        </a:p>
      </d:t>
    </d:pt>
  </d:ptLst>
  <d:extLst>
    <a:ext uri="synthetic">
      <dsp:dataModelExt relId="drawing"/>
    </a:ext>
  </d:extLst>
</d:dataModel>
</file>

<file path=ppt/diagrams/drawing.xml><?xml version="1.0" encoding="utf-8"?>
<dsp:drawing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>
  <dsp:spTree>
    <dsp:nvGrpSpPr>
      <dsp:cNvPr id="1" name=""/>
      <dsp:cNvGrpSpPr/>
      <dsp:nvPr/>
    </dsp:nvGrpSpPr>
    <dsp:grpSpPr>
      <a:xfrm>
        <a:off x="12700" y="25400"/>
        <a:ext cx="1270000" cy="1270000"/>
        <a:chOff x="0" y="0"/>
        <a:chExt cx="2540000" cy="2540000"/>
      </a:xfrm>
    </dsp:grpSpPr>
    <dsp:sp>
      <dsp:nvSpPr>
        <dsp:cNvPr id="2" name="Values"/>
        <dsp:cNvSpPr/>
        <dsp:nvPr>
          <p:ph type="body" idx="1"/>
        </dsp:nvPr>
      </dsp:nvSpPr>
      <dsp:spPr>
        <a:xfrm rot="5400000" flipH="1">
          <a:off x="127000" y="254000"/>
          <a:ext cx="1270000" cy="635000"/>
        </a:xfrm>
        <a:custGeom>
          <a:avLst/>
          <a:gdLst/>
          <a:pathLst>
            <a:path w="100" h="50" fill="none" stroke="0">
              <a:moveTo>
                <a:pt x="0" y="0"/>
              </a:moveTo>
              <a:lnTo>
                <a:pt x="100" y="0"/>
              </a:lnTo>
              <a:quadBezTo>
                <a:pt x="50" y="25"/>
                <a:pt x="100" y="50"/>
              </a:quadBezTo>
              <a:cubicBezTo>
                <a:pt x="10" y="20"/>
                <a:pt x="30" y="40"/>
                <a:pt x="0" y="50"/>
              </a:cubicBezTo>
              <a:close/>
            </a:path>
          </a:pathLst>
        </a:custGeom>
        <a:solidFill>
          <a:schemeClr val="accent1">
            <a:alpha val="50000"/>
            <a:alphaOff val="20000"/>
            <a:alphaMod val="50000"/>
          </a:schemeClr>
        </a:solidFill>
        <a:ln w="12700">
          <a:solidFill>
            <a:srgbClr val="FF0000">
              <a:alpha val="0"/>
            </a:srgbClr>
          </a:solidFill>
        </a:ln>
        <a:effectLst>
          <a:outerShdw dist="25400" dir="5400000" blurRad="12700" sx="100000" sy="50000" kx="0" ky="0" algn="ctr" rotWithShape="0">
            <a:srgbClr val="000000">
              <a:alpha val="50000"/>
            </a:srgbClr>
          </a:outerShdw>
        </a:effectLst>
      </dsp:spPr>
      <dsp:style>
        <a:effectRef idx="1">
          <a:schemeClr val="accent1"/>
        </a:effectRef>
      </dsp:style>
      <dsp:txBody>
        <a:bodyPr/>
        <a:lstStyle>
          <a:lvl1pPr>
            <a:lnSpc>
              <a:spcPct val="100000"/>
            </a:lnSpc>
            <a:spcBef>
              <a:spcPct val="0"/>
            </a:spcBef>
          </a:lvl1pPr>
        </a:lstStyle>
        <a:p>
          <a:pPr>
            <a:lnSpc>
              <a:spcPts val="1800"/>
            </a:lnSpc>
            <a:spcBef>
              <a:spcPct val="50000"/>
            </a:spcBef>
            <a:spcAft>
              <a:spcPts val="0"/>
            </a:spcAft>
          </a:pPr>
          <a:r>
            <a:rPr sz="1200"/>
            <a:t>Before</a:t>
          </a:r>
          <a:fld id="{11111111-1111-1111-1111-111111111111}" type="slidenum">
            <a:rPr sz="2400" b="0"/>
            <a:pPr>
              <a:lnSpc>
                <a:spcPts val="2000"/>
              </a:lnSpc>
            </a:pPr>
            <a:t>7</a:t>
          </a:fld>
          <a:r>
            <a:rPr/>
            <a:t>After</a:t>
          </a:r>
        </a:p>
      </dsp:txBody>
    </dsp:sp>
  </dsp:spTree>
</dsp:drawing>
</file>

<file path=ppt/diagrams/layout.xml><?xml version="1.0" encoding="utf-8"?>
<d:layoutDef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/>
</file>

<file path=ppt/diagrams/style.xml><?xml version="1.0" encoding="utf-8"?>
<d:styleDef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/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架空データの提案資料です。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 showMasterSp="0" type="body">
  <p:cSld name="Synthetic layout">
    <p:spTree>
      <p:nvGrpSpPr>
        <p:cNvPr id="1" name=""/>
        <p:cNvGrpSpPr/>
        <p:nvPr/>
      </p:nvGrpSpPr>
      <p:grpSpPr>
        <a:xfrm>
          <a:off x="12700" y="25400"/>
          <a:ext cx="1270000" cy="1270000"/>
          <a:chOff x="0" y="0"/>
          <a:chExt cx="2540000" cy="2540000"/>
        </a:xfrm>
      </p:grpSpPr>
      <p:sp>
        <p:nvSpPr>
          <p:cNvPr id="2" name="Values"/>
          <p:cNvSpPr/>
          <p:nvPr>
            <p:ph type="body" idx="1"/>
          </p:nvPr>
        </p:nvSpPr>
        <p:spPr>
          <a:xfrm rot="5400000" flipH="1">
            <a:off x="127000" y="254000"/>
            <a:ext cx="1270000" cy="635000"/>
          </a:xfrm>
          <a:custGeom>
            <a:avLst/>
            <a:gdLst/>
            <a:pathLst>
              <a:path w="100" h="50" fill="none" stroke="0">
                <a:moveTo>
                  <a:pt x="0" y="0"/>
                </a:moveTo>
                <a:lnTo>
                  <a:pt x="100" y="0"/>
                </a:lnTo>
                <a:quadBezTo>
                  <a:pt x="50" y="25"/>
                  <a:pt x="100" y="50"/>
                </a:quadBezTo>
                <a:cubicBezTo>
                  <a:pt x="10" y="20"/>
                  <a:pt x="30" y="40"/>
                  <a:pt x="0" y="50"/>
                </a:cubicBezTo>
                <a:close/>
              </a:path>
            </a:pathLst>
          </a:custGeom>
          <a:solidFill>
            <a:schemeClr val="accent1">
              <a:alpha val="50000"/>
              <a:alphaOff val="20000"/>
              <a:alphaMod val="50000"/>
            </a:schemeClr>
          </a:solidFill>
          <a:ln w="12700">
            <a:solidFill>
              <a:srgbClr val="FF0000">
                <a:alpha val="0"/>
              </a:srgbClr>
            </a:solidFill>
          </a:ln>
          <a:effectLst>
            <a:outerShdw dist="25400" dir="5400000" blurRad="12700" sx="100000" sy="50000" kx="0" ky="0" algn="ctr" rotWithShape="0">
              <a:srgbClr val="000000">
                <a:alpha val="50000"/>
              </a:srgbClr>
            </a:outerShdw>
          </a:effectLst>
        </p:spPr>
        <p:style>
          <a:effectRef idx="1">
            <a:schemeClr val="accent1"/>
          </a:effectRef>
        </p:style>
        <p:txBody>
          <a:bodyPr/>
          <a:lstStyle>
            <a:lvl1pPr>
              <a:lnSpc>
                <a:spcPct val="100000"/>
              </a:lnSpc>
              <a:spcBef>
                <a:spcPct val="0"/>
              </a:spcBef>
            </a:lvl1pPr>
          </a:lstStyle>
          <a:p>
            <a:pPr>
              <a:lnSpc>
                <a:spcPts val="1800"/>
              </a:lnSpc>
              <a:spcBef>
                <a:spcPct val="50000"/>
              </a:spcBef>
              <a:spcAft>
                <a:spcPts val="0"/>
              </a:spcAft>
            </a:pPr>
            <a:r>
              <a:rPr sz="1200"/>
              <a:t>Before</a:t>
            </a:r>
            <a:fld id="{11111111-1111-1111-1111-111111111111}" type="slidenum">
              <a:rPr sz="2400" b="0"/>
              <a:pPr>
                <a:lnSpc>
                  <a:spcPts val="2000"/>
                </a:lnSpc>
              </a:pPr>
              <a:t>7</a:t>
            </a:fld>
            <a:r>
              <a:rPr/>
              <a:t>After</a:t>
            </a:r>
          </a:p>
        </p:txBody>
      </p:sp>
      <ns0:graphicFrame xmlns:ns0="http://schemas.openxmlformats.org/presentationml/2006/main" xmlns:ns1="http://schemas.openxmlformats.org/drawingml/2006/main"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762000" y="3810000"/>
          <ns1:ext cx="7620000" cy="12700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540000"/>
                <ns1:gridCol w="2540000"/>
                <ns1:gridCol w="2540000"/>
              </ns1:tblGrid>
              <ns1:tr h="635000">
                <ns1:tc>
                  <ns1:txBody>
                    <ns1:bodyPr/>
                    <ns1:lstStyle/>
                    <ns1:p>
                      <ns1:r>
                        <ns1:t>施策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担当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指標</ns1:t>
                      </ns1:r>
                    </ns1:p>
                  </ns1:txBody>
                  <ns1:tcPr/>
                </ns1:tc>
              </ns1:tr>
              <ns1:tr h="635000">
                <ns1:tc>
                  <ns1:txBody>
                    <ns1:bodyPr/>
                    <ns1:lstStyle/>
                    <ns1:p>
                      <ns1:r>
                        <ns1:t>標準化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運用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t>作業時間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  <ns0:pic xmlns:ns0="http://schemas.openxmlformats.org/presentationml/2006/main" xmlns:ns1="http://schemas.openxmlformats.org/drawingml/2006/main" xmlns:ns2="http://schemas.openxmlformats.org/officeDocument/2006/relationships">
        <ns0:nvPicPr>
          <ns0:cNvPr id="7" name="Picture 6" descr="fi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10160000" y="381000"/>
            <ns1:ext cx="304800" cy="304800"/>
          </ns1:xfrm>
          <ns1:prstGeom prst="rect">
            <ns1:avLst/>
          </ns1:prstGeom>
        </ns0:spPr>
      </ns0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12700" y="25400"/>
          <ns1:ext cx="1270000" cy="1270000"/>
          <ns1:chOff x="0" y="0"/>
          <ns1:chExt cx="2540000" cy="2540000"/>
        </ns1:xfrm>
      </ns0:grpSpPr>
      <ns0:sp>
        <ns0:nvSpPr>
          <ns0:cNvPr id="2" name="Values"/>
          <ns0:cNvSpPr/>
          <ns0:nvPr>
            <ns0:ph type="body" idx="1"/>
          </ns0:nvPr>
        </ns0:nvSpPr>
        <ns0:spPr>
          <ns1:xfrm rot="5400000" flipH="1">
            <ns1:off x="127000" y="254000"/>
            <ns1:ext cx="1270000" cy="635000"/>
          </ns1:xfrm>
          <ns1:custGeom>
            <ns1:avLst/>
            <ns1:gdLst/>
            <ns1:pathLst>
              <ns1:path w="100" h="50" fill="none" stroke="0">
                <ns1:moveTo>
                  <ns1:pt x="0" y="0"/>
                </ns1:moveTo>
                <ns1:lnTo>
                  <ns1:pt x="100" y="0"/>
                </ns1:lnTo>
                <ns1:quadBezTo>
                  <ns1:pt x="50" y="25"/>
                  <ns1:pt x="100" y="50"/>
                </ns1:quadBezTo>
                <ns1:cubicBezTo>
                  <ns1:pt x="10" y="20"/>
                  <ns1:pt x="30" y="40"/>
                  <ns1:pt x="0" y="50"/>
                </ns1:cubicBezTo>
                <ns1:close/>
              </ns1:path>
            </ns1:pathLst>
          </ns1:custGeom>
          <ns1:solidFill>
            <ns1:schemeClr val="accent1">
              <ns1:alpha val="50000"/>
              <ns1:alphaOff val="20000"/>
              <ns1:alphaMod val="50000"/>
            </ns1:schemeClr>
          </ns1:solidFill>
          <ns1:ln w="12700">
            <ns1:solidFill>
              <ns1:srgbClr val="FF0000">
                <ns1:alpha val="0"/>
              </ns1:srgbClr>
            </ns1:solidFill>
          </ns1:ln>
          <ns1:effectLst>
            <ns1:outerShdw dist="25400" dir="5400000" blurRad="12700" sx="100000" sy="50000" kx="0" ky="0" algn="ctr" rotWithShape="0">
              <ns1:srgbClr val="000000">
                <ns1:alpha val="50000"/>
              </ns1:srgbClr>
            </ns1:outerShdw>
          </ns1:effectLst>
        </ns0:spPr>
        <ns0:style>
          <ns1:effectRef idx="1">
            <ns1:schemeClr val="accent1"/>
          </ns1:effectRef>
        </ns0:style>
        <ns0:txBody>
          <ns1:bodyPr/>
          <ns1:lstStyle>
            <ns1:lvl1pPr>
              <ns1:lnSpc>
                <ns1:spcPct val="100000"/>
              </ns1:lnSpc>
              <ns1:spcBef>
                <ns1:spcPct val="0"/>
              </ns1:spcBef>
            </ns1:lvl1pPr>
          </ns1:lstStyle>
          <ns1:p>
            <ns1:pPr>
              <ns1:lnSpc>
                <ns1:spcPts val="1800"/>
              </ns1:lnSpc>
              <ns1:spcBef>
                <ns1:spcPct val="50000"/>
              </ns1:spcBef>
              <ns1:spcAft>
                <ns1:spcPts val="0"/>
              </ns1:spcAft>
            </ns1:pPr>
            <ns1:r>
              <ns1:rPr sz="1200"/>
              <ns1:t>Before</ns1:t>
            </ns1:r>
            <ns1:fld id="{11111111-1111-1111-1111-111111111111}" type="slidenum">
              <ns1:rPr sz="2400" b="0"/>
              <ns1:pPr>
                <ns1:lnSpc>
                  <ns1:spcPts val="2000"/>
                </ns1:lnSpc>
              </ns1:pPr>
              <ns1:t>7</ns1:t>
            </ns1:fld>
            <ns1:r>
              <ns1:rPr/>
              <ns1:t>After</ns1:t>
            </ns1:r>
          </ns1:p>
        </ns0:txBody>
      </ns0:sp>
    </ns0:spTree>
    <ns0:extLst>
      <ns0:ext uri="{BB962C8B-B14F-4D97-AF65-F5344CB8AC3E}">
        <ns2:creationId val="2209977519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</ns0:sldLayoutIdLst>
  <ns0:txStyles>
    <ns0:titleStyle>
      <ns1:lvl1pPr>
        <ns1:lnSpc>
          <ns1:spcPts val="2200"/>
        </ns1:lnSpc>
        <ns1:spcAft>
          <ns1:spcPct val="100000"/>
        </ns1:spcAft>
      </ns1:lvl1pPr>
    </ns0:titleStyle>
    <ns0:bodyStyle>
      <ns1:lvl1pPr>
        <ns1:lnSpc>
          <ns1:spcPts val="2200"/>
        </ns1:lnSpc>
        <ns1:spcAft>
          <ns1:spcPct val="100000"/>
        </ns1:spcAft>
      </ns1:lvl1pPr>
    </ns0:bodyStyle>
    <ns0:otherStyle>
      <ns1:lvl1pPr>
        <ns1:lnSpc>
          <ns1:spcPts val="2200"/>
        </ns1:lnSpc>
        <ns1:spcAft>
          <ns1:spcPct val="100000"/>
        </ns1:spcAft>
      </ns1:lvl1pPr>
    </ns0:otherStyle>
  </ns0:txStyles>
</ns0:sldMaster>
</file>

<file path=ppt/slides/_rels/slide1.xml.rels><Relationships xmlns="http://schemas.openxmlformats.org/package/2006/relationships"><Relationship Id="masterLayout" Type="http://schemas.openxmlformats.org/officeDocument/2006/relationships/slideLayout" Target="../slideLayouts/slideLayout1.xml"/><Relationship Id="chart" Type="http://schemas.openxmlformats.org/officeDocument/2006/relationships/chart" Target="../charts/readingChart.xml"/><Relationship Id="data" Type="http://schemas.openxmlformats.org/officeDocument/2006/relationships/diagramData" Target="../diagrams/data.xml"/><Relationship Id="layout" Type="http://schemas.openxmlformats.org/officeDocument/2006/relationships/diagramLayout" Target="../diagrams/layout.xml"/><Relationship Id="style" Type="http://schemas.openxmlformats.org/officeDocument/2006/relationships/diagramQuickStyle" Target="../diagrams/style.xml"/><Relationship Id="colors" Type="http://schemas.openxmlformats.org/officeDocument/2006/relationships/diagramColors" Target="../diagrams/colors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="http://schemas.openxmlformats.org/drawingml/2006/diagram" xmlns:dsp="http://schemas.microsoft.com/office/drawing/2008/diagram" showMasterSp="0">
  <p:cSld name="Synthetic projection">
    <p:bg>
      <p:bgPr>
        <a:solidFill>
          <a:srgbClr val="FFFFFF">
            <a:alpha val="50000"/>
          </a:srgbClr>
        </a:solidFill>
      </p:bgPr>
    </p:bg>
    <p:spTree>
      <p:nvGrpSpPr>
        <p:cNvPr id="1" name=""/>
        <p:cNvGrpSpPr/>
        <p:nvPr/>
      </p:nvGrpSpPr>
      <p:grpSpPr>
        <a:xfrm>
          <a:off x="12700" y="25400"/>
          <a:ext cx="1270000" cy="1270000"/>
          <a:chOff x="0" y="0"/>
          <a:chExt cx="2540000" cy="2540000"/>
        </a:xfrm>
      </p:grpSpPr>
      <p:sp>
        <p:nvSpPr>
          <p:cNvPr id="2" name="Values"/>
          <p:cNvSpPr/>
          <p:nvPr>
            <p:ph type="body" idx="1"/>
          </p:nvPr>
        </p:nvSpPr>
        <p:spPr>
          <a:xfrm rot="5400000" flipH="1">
            <a:off x="127000" y="254000"/>
            <a:ext cx="1270000" cy="635000"/>
          </a:xfrm>
          <a:custGeom>
            <a:avLst/>
            <a:gdLst/>
            <a:pathLst>
              <a:path w="100" h="50" fill="none" stroke="0">
                <a:moveTo>
                  <a:pt x="0" y="0"/>
                </a:moveTo>
                <a:lnTo>
                  <a:pt x="100" y="0"/>
                </a:lnTo>
                <a:quadBezTo>
                  <a:pt x="50" y="25"/>
                  <a:pt x="100" y="50"/>
                </a:quadBezTo>
                <a:cubicBezTo>
                  <a:pt x="10" y="20"/>
                  <a:pt x="30" y="40"/>
                  <a:pt x="0" y="50"/>
                </a:cubicBezTo>
                <a:close/>
              </a:path>
            </a:pathLst>
          </a:custGeom>
          <a:solidFill>
            <a:schemeClr val="accent1">
              <a:alpha val="50000"/>
              <a:alphaOff val="20000"/>
              <a:alphaMod val="50000"/>
            </a:schemeClr>
          </a:solidFill>
          <a:ln w="12700">
            <a:solidFill>
              <a:srgbClr val="FF0000">
                <a:alpha val="0"/>
              </a:srgbClr>
            </a:solidFill>
          </a:ln>
          <a:effectLst>
            <a:outerShdw dist="25400" dir="5400000" blurRad="12700" sx="100000" sy="50000" kx="0" ky="0" algn="ctr" rotWithShape="0">
              <a:srgbClr val="000000">
                <a:alpha val="50000"/>
              </a:srgbClr>
            </a:outerShdw>
          </a:effectLst>
        </p:spPr>
        <p:style>
          <a:effectRef idx="1">
            <a:schemeClr val="accent1"/>
          </a:effectRef>
        </p:style>
        <p:txBody>
          <a:bodyPr/>
          <a:lstStyle>
            <a:lvl1pPr>
              <a:lnSpc>
                <a:spcPct val="100000"/>
              </a:lnSpc>
              <a:spcBef>
                <a:spcPct val="0"/>
              </a:spcBef>
            </a:lvl1pPr>
          </a:lstStyle>
          <a:p>
            <a:pPr>
              <a:lnSpc>
                <a:spcPts val="1800"/>
              </a:lnSpc>
              <a:spcBef>
                <a:spcPct val="50000"/>
              </a:spcBef>
              <a:spcAft>
                <a:spcPts val="0"/>
              </a:spcAft>
            </a:pPr>
            <a:r>
              <a:rPr sz="1200"/>
              <a:t>Before</a:t>
            </a:r>
            <a:fld id="{11111111-1111-1111-1111-111111111111}" type="slidenum">
              <a:rPr sz="2400" b="0"/>
              <a:pPr>
                <a:lnSpc>
                  <a:spcPts val="2000"/>
                </a:lnSpc>
              </a:pPr>
              <a:t>7</a:t>
            </a:fld>
            <a:r>
              <a:rPr/>
              <a:t>After</a:t>
            </a:r>
          </a:p>
        </p:txBody>
      </p:sp>
      <p:graphicFrame>
        <p:nvGraphicFramePr>
          <p:cNvPr id="3" name="Graphic 3"/>
          <p:cNvGraphicFramePr/>
          <p:nvPr/>
        </p:nvGraphicFramePr>
        <p:xfrm>
          <a:off x="0" y="0"/>
          <a:ext cx="1270000" cy="1270000"/>
        </p:xfrm>
        <a:graphic>
          <a:graphicData>
            <c:chart r:id="chart"/>
          </a:graphicData>
        </a:graphic>
      </p:graphicFrame>
      <p:graphicFrame>
        <p:nvGraphicFramePr>
          <p:cNvPr id="4" name="Graphic 4"/>
          <p:cNvGraphicFramePr/>
          <p:nvPr/>
        </p:nvGraphicFramePr>
        <p:xfrm>
          <a:off x="0" y="0"/>
          <a:ext cx="1270000" cy="1270000"/>
        </p:xfrm>
        <a:graphic>
          <a:graphicData>
            <d:relIds r:dm="data" r:lo="layout" r:qs="style" r:cs="colors"/>
          </a:graphicData>
        </a:graphic>
      </p:graphicFrame>
    </p:spTree>
  </p:cSld>
  <p:clrMapOvr>
    <a:overrideClrMapping accent1="accent2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