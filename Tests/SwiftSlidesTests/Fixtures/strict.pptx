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purl.oclc.org/ooxml/officeDocument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purl.oclc.org/ooxml/officeDocument/relationships/extended-properties" Target="docProps/app.xml"/></Relationships>
</file>

<file path=ppt/presentation.xml><?xml version="1.0" encoding="utf-8"?>
<p:presentation xmlns:a="http://purl.oclc.org/ooxml/drawingml/main" xmlns:r="http://purl.oclc.org/ooxml/officeDocument/relationships" xmlns:p="http://purl.oclc.org/ooxml/presentationml/main" saveSubsetFonts="1" autoCompressPictures="0">
  <p:sldMasterIdLst>
    <p:sldMasterId id="2147483648" r:id="rId1"/>
  </p:sldMasterIdLst>
  <p:sldIdLst>
    <p:sldId id="256" r:id="rId7"/>
    <p:sldId id="257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purl.oclc.org/ooxml/drawingml/main" xmlns:r="http://purl.oclc.org/ooxml/officeDocument/relationships" xmlns:p="http://purl.oclc.org/ooxml/presentationml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purl.oclc.org/ooxml/drawingml/main" def="{5C22544A-7EE6-4342-B048-85BDC9FD1C3A}"/>
</file>

<file path=ppt/viewProps.xml><?xml version="1.0" encoding="utf-8"?>
<p:viewPr xmlns:a="http://purl.oclc.org/ooxml/drawingml/main" xmlns:r="http://purl.oclc.org/ooxml/officeDocument/relationships" xmlns:p="http://purl.oclc.org/ooxml/presentationml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purl.oclc.org/ooxml/officeDocument/relationships/slideMaster" Target="slideMasters/slideMaster1.xml"/><Relationship Id="rId2" Type="http://purl.oclc.org/ooxml/officeDocument/relationships/printerSettings" Target="printerSettings/printerSettings1.bin"/><Relationship Id="rId3" Type="http://purl.oclc.org/ooxml/officeDocument/relationships/presProps" Target="presProps.xml"/><Relationship Id="rId4" Type="http://purl.oclc.org/ooxml/officeDocument/relationships/viewProps" Target="viewProps.xml"/><Relationship Id="rId5" Type="http://purl.oclc.org/ooxml/officeDocument/relationships/theme" Target="theme/theme1.xml"/><Relationship Id="rId6" Type="http://purl.oclc.org/ooxml/officeDocument/relationships/tableStyles" Target="tableStyles.xml"/><Relationship Id="rId7" Type="http://purl.oclc.org/ooxml/officeDocument/relationships/slide" Target="slides/slide1.xml"/><Relationship Id="rId8" Type="http://purl.oclc.org/ooxml/officeDocument/relationships/notesMaster" Target="notesMasters/notesMaster1.xml"/><Relationship Id="rId9" Type="http://purl.oclc.org/ooxml/officeDocument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purl.oclc.org/ooxml/officeDocument/relationships/package" Target="../embeddings/Microsoft_Excel_Sheet1.xlsx"/></Relationships>
</file>

<file path=ppt/charts/chart1.xml><?xml version="1.0" encoding="utf-8"?>
<c:chartSpace xmlns:c="http://schemas.openxmlformats.org/drawingml/2006/chart" xmlns:a="http://purl.oclc.org/ooxml/drawingml/main" xmlns:r="http://purl.oclc.org/ooxml/officeDocument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purl.oclc.org/ooxml/officeDocument/relationships/theme" Target="../theme/theme2.xml"/></Relationships>
</file>

<file path=ppt/notesMasters/notesMaster1.xml><?xml version="1.0" encoding="utf-8"?>
<p:notesMaster xmlns:a="http://purl.oclc.org/ooxml/drawingml/main" xmlns:p="http://purl.oclc.org/ooxml/presentationml/main" xmlns:r="http://purl.oclc.org/ooxml/officeDocument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purl.oclc.org/ooxml/officeDocument/relationships/notesMaster" Target="../notesMasters/notesMaster1.xml"/><Relationship Id="rId2" Type="http://purl.oclc.org/ooxml/officeDocument/relationships/slide" Target="../slides/slide1.xml"/></Relationships>
</file>

<file path=ppt/notesSlides/notesSlide1.xml><?xml version="1.0" encoding="utf-8"?>
<p:notes xmlns:a="http://purl.oclc.org/ooxml/drawingml/main" xmlns:p="http://purl.oclc.org/ooxml/presentationml/main" xmlns:r="http://purl.oclc.org/ooxml/officeDocument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架空データの提案資料です。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slideLayout1.xml><?xml version="1.0" encoding="utf-8"?>
<p:sldLayout xmlns:a="http://purl.oclc.org/ooxml/drawingml/main" xmlns:r="http://purl.oclc.org/ooxml/officeDocument/relationships" xmlns:p="http://purl.oclc.org/ooxml/presentationml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purl.oclc.org/ooxml/drawingml/main" xmlns:r="http://purl.oclc.org/ooxml/officeDocument/relationships" xmlns:p="http://purl.oclc.org/ooxml/presentationml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purl.oclc.org/ooxml/drawingml/main" xmlns:r="http://purl.oclc.org/ooxml/officeDocument/relationships" xmlns:p="http://purl.oclc.org/ooxml/presentationml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purl.oclc.org/ooxml/drawingml/main" xmlns:r="http://purl.oclc.org/ooxml/officeDocument/relationships" xmlns:p="http://purl.oclc.org/ooxml/presentationml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purl.oclc.org/ooxml/drawingml/main" xmlns:r="http://purl.oclc.org/ooxml/officeDocument/relationships" xmlns:p="http://purl.oclc.org/ooxml/presentationml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purl.oclc.org/ooxml/drawingml/main" xmlns:r="http://purl.oclc.org/ooxml/officeDocument/relationships" xmlns:p="http://purl.oclc.org/ooxml/presentationml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purl.oclc.org/ooxml/drawingml/main" xmlns:r="http://purl.oclc.org/ooxml/officeDocument/relationships" xmlns:p="http://purl.oclc.org/ooxml/presentationml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purl.oclc.org/ooxml/drawingml/main" xmlns:r="http://purl.oclc.org/ooxml/officeDocument/relationships" xmlns:p="http://purl.oclc.org/ooxml/presentationml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purl.oclc.org/ooxml/drawingml/main" xmlns:r="http://purl.oclc.org/ooxml/officeDocument/relationships" xmlns:p="http://purl.oclc.org/ooxml/presentationml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purl.oclc.org/ooxml/drawingml/main" xmlns:r="http://purl.oclc.org/ooxml/officeDocument/relationships" xmlns:p="http://purl.oclc.org/ooxml/presentationml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purl.oclc.org/ooxml/drawingml/main" xmlns:r="http://purl.oclc.org/ooxml/officeDocument/relationships" xmlns:p="http://purl.oclc.org/ooxml/presentationml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purl.oclc.org/ooxml/officeDocument/relationships/slideLayout" Target="../slideLayouts/slideLayout1.xml"/><Relationship Id="rId2" Type="http://purl.oclc.org/ooxml/officeDocument/relationships/slideLayout" Target="../slideLayouts/slideLayout2.xml"/><Relationship Id="rId3" Type="http://purl.oclc.org/ooxml/officeDocument/relationships/slideLayout" Target="../slideLayouts/slideLayout3.xml"/><Relationship Id="rId4" Type="http://purl.oclc.org/ooxml/officeDocument/relationships/slideLayout" Target="../slideLayouts/slideLayout4.xml"/><Relationship Id="rId5" Type="http://purl.oclc.org/ooxml/officeDocument/relationships/slideLayout" Target="../slideLayouts/slideLayout5.xml"/><Relationship Id="rId6" Type="http://purl.oclc.org/ooxml/officeDocument/relationships/slideLayout" Target="../slideLayouts/slideLayout6.xml"/><Relationship Id="rId7" Type="http://purl.oclc.org/ooxml/officeDocument/relationships/slideLayout" Target="../slideLayouts/slideLayout7.xml"/><Relationship Id="rId8" Type="http://purl.oclc.org/ooxml/officeDocument/relationships/slideLayout" Target="../slideLayouts/slideLayout8.xml"/><Relationship Id="rId9" Type="http://purl.oclc.org/ooxml/officeDocument/relationships/slideLayout" Target="../slideLayouts/slideLayout9.xml"/><Relationship Id="rId10" Type="http://purl.oclc.org/ooxml/officeDocument/relationships/slideLayout" Target="../slideLayouts/slideLayout10.xml"/><Relationship Id="rId11" Type="http://purl.oclc.org/ooxml/officeDocument/relationships/slideLayout" Target="../slideLayouts/slideLayout11.xml"/><Relationship Id="rId12" Type="http://purl.oclc.org/ooxml/officeDocument/relationships/theme" Target="../theme/theme1.xml"/></Relationships>
</file>

<file path=ppt/slideMasters/slideMaster1.xml><?xml version="1.0" encoding="utf-8"?>
<p:sld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purl.oclc.org/ooxml/officeDocument/relationships/slideLayout" Target="../slideLayouts/slideLayout7.xml"/><Relationship Id="rId2" Type="http://purl.oclc.org/ooxml/officeDocument/relationships/hyperlink" Target="https://example.com/strategy" TargetMode="External"/><Relationship Id="rId3" Type="http://purl.oclc.org/ooxml/officeDocument/relationships/notesSlide" Target="../notesSlides/notesSlide1.xml"/><Relationship Id="rId4" Type="http://purl.oclc.org/ooxml/officeDocument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purl.oclc.org/ooxml/officeDocument/relationships/slideLayout" Target="../slideLayouts/slideLayout7.xml"/><Relationship Id="rId2" Type="http://purl.oclc.org/ooxml/officeDocument/relationships/chart" Target="../charts/chart1.xml"/></Relationships>
</file>

<file path=ppt/slides/slide1.xml><?xml version="1.0" encoding="utf-8"?>
<p:sld xmlns:a="http://purl.oclc.org/ooxml/drawingml/main" xmlns:p="http://purl.oclc.org/ooxml/presentationml/main" xmlns:r="http://purl.oclc.org/ooxml/officeDocument/relationships">
  <p:cSld name="Strategy">
    <p:spTree>
      <p:nvGrpSpPr>
        <p:cNvPr id="1" name=""/>
        <p:cNvGrpSpPr/>
        <p:nvPr/>
      </p:nvGrpSpPr>
      <p:grpSpPr/>
      <p:sp>
        <p:nvSpPr>
          <p:cNvPr id="2" name="Headline"/>
          <p:cNvSpPr txBox="1"/>
          <p:nvPr/>
        </p:nvSpPr>
        <p:spPr>
          <a:xfrm>
            <a:off x="508000" y="381000"/>
            <a:ext cx="7620000" cy="762000"/>
          </a:xfrm>
          <a:prstGeom prst="rect">
            <a:avLst/>
          </a:prstGeom>
          <a:noFill/>
        </p:spPr>
        <p:txBody>
          <a:bodyPr wrap="none" lIns="101600" tIns="76200">
            <a:spAutoFit/>
          </a:bodyPr>
          <a:lstStyle/>
          <a:p>
            <a:pPr algn="ctr"/>
            <a:r>
              <a:rPr sz="2800" b="1">
                <a:solidFill>
                  <a:srgbClr val="2364AA"/>
                </a:solidFill>
                <a:latin typeface="Aptos"/>
                <a:hlinkClick r:id="rId2"/>
              </a:rPr>
              <a:t>売上成長</a:t>
            </a:r>
            <a:r>
              <a:rPr i="1"/>
              <a:t> — 90 days</a:t>
            </a:r>
          </a:p>
        </p:txBody>
      </p:sp>
      <p:sp>
        <p:nvSpPr>
          <p:cNvPr id="3" name="Initiative"/>
          <p:cNvSpPr/>
          <p:nvPr/>
        </p:nvSpPr>
        <p:spPr>
          <a:xfrm>
            <a:off x="762000" y="1778000"/>
            <a:ext cx="3048000" cy="1270000"/>
          </a:xfrm>
          <a:prstGeom prst="roundRect">
            <a:avLst/>
          </a:prstGeom>
          <a:solidFill>
            <a:srgbClr val="F4F6F8"/>
          </a:solidFill>
          <a:ln w="25400">
            <a:solidFill>
              <a:srgbClr val="23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顧客集中</a:t>
            </a:r>
          </a:p>
        </p:txBody>
      </p:sp>
      <p:cxnSp>
        <p:nvCxnSpPr>
          <p:cNvPr id="4" name="Flow"/>
          <p:cNvCxnSpPr/>
          <p:nvPr/>
        </p:nvCxnSpPr>
        <p:spPr>
          <a:xfrm>
            <a:off x="4064000" y="2413000"/>
            <a:ext cx="12700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ecision"/>
          <p:cNvSpPr/>
          <p:nvPr/>
        </p:nvSpPr>
        <p:spPr>
          <a:xfrm>
            <a:off x="5588000" y="1778000"/>
            <a:ext cx="2540000" cy="12700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実行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2000" y="3810000"/>
          <a:ext cx="7620000" cy="1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540000"/>
                <a:gridCol w="2540000"/>
              </a:tblGrid>
              <a:tr h="635000">
                <a:tc>
                  <a:txBody>
                    <a:bodyPr/>
                    <a:lstStyle/>
                    <a:p>
                      <a:r>
                        <a:t>施策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担当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指標</a:t>
                      </a:r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t>標準化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運用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作業時間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fi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0" y="381000"/>
            <a:ext cx="304800" cy="304800"/>
          </a:xfrm>
          <a:prstGeom prst="rect">
            <a:avLst/>
          </a:prstGeom>
        </p:spPr>
      </p:pic>
      <p:grpSp>
        <p:nvGrpSpPr>
          <p:cNvPr id="8" name="Grouped"/>
          <p:cNvGrpSpPr/>
          <p:nvPr/>
        </p:nvGrpSpPr>
        <p:grpSpPr>
          <a:xfrm>
            <a:off x="9144000" y="2286000"/>
            <a:ext cx="1651000" cy="762000"/>
            <a:chOff x="9144000" y="2286000"/>
            <a:chExt cx="1651000" cy="762000"/>
          </a:xfrm>
        </p:grpSpPr>
        <p:sp>
          <p:nvSpPr>
            <p:cNvPr id="9" name="Rectangle 8"/>
            <p:cNvSpPr/>
            <p:nvPr/>
          </p:nvSpPr>
          <p:spPr>
            <a:xfrm>
              <a:off x="9144000" y="2286000"/>
              <a:ext cx="762000" cy="762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A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0033000" y="2286000"/>
              <a:ext cx="762000" cy="762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B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purl.oclc.org/ooxml/drawingml/main" xmlns:p="http://purl.oclc.org/ooxml/presentationml/main" xmlns:r="http://purl.oclc.org/ooxml/officeDocument/relationships">
  <p:cSld name="Metrics"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762000" y="1016000"/>
          <a:ext cx="6350000" cy="38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62000" y="381000"/>
            <a:ext cx="635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Metrics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purl.oclc.org/ooxml/drawingml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purl.oclc.org/ooxml/drawingml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Fictional strategy</dc:title>
  <dc:subject/>
  <dc:creator>Fixture Author</dc:creator>
  <cp:keywords/>
  <dc:description>generated using python-pptx</dc:description>
  <cp:lastModifiedBy>Fixture Generator</cp:lastModifiedBy>
  <cp:revision>1</cp:revision>
  <dcterms:created xsi:type="dcterms:W3CDTF">2013-01-27T09:14:16Z</dcterms:created>
  <dcterms:modified xsi:type="dcterms:W3CDTF">2013-01-27T09:15:58Z</dcterms:modified>
  <cp:category/>
</cp:coreProperties>
</file>